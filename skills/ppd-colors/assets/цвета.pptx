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3"/>
  </p:notesMasterIdLst>
  <p:handoutMasterIdLst>
    <p:handoutMasterId r:id="rId4"/>
  </p:handoutMasterIdLst>
  <p:sldIdLst>
    <p:sldId id="270" r:id="rId2"/>
  </p:sldIdLst>
  <p:sldSz cx="9906000" cy="6858000" type="A4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0937"/>
    <a:srgbClr val="F6D7A2"/>
    <a:srgbClr val="F9BD27"/>
    <a:srgbClr val="FA9D10"/>
    <a:srgbClr val="EF6B01"/>
    <a:srgbClr val="F6D106"/>
    <a:srgbClr val="3D464A"/>
    <a:srgbClr val="6B6B6B"/>
    <a:srgbClr val="BCBCBC"/>
    <a:srgbClr val="FED2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6464" autoAdjust="0"/>
    <p:restoredTop sz="94696" autoAdjust="0"/>
  </p:normalViewPr>
  <p:slideViewPr>
    <p:cSldViewPr>
      <p:cViewPr varScale="1">
        <p:scale>
          <a:sx n="111" d="100"/>
          <a:sy n="111" d="100"/>
        </p:scale>
        <p:origin x="852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8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8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8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048B322-7196-490E-86EB-BC0391C8D32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59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0EF9833D-5B38-4037-B8AA-0F69A0060D41}" type="datetimeFigureOut">
              <a:rPr lang="ru-RU"/>
              <a:pPr>
                <a:defRPr/>
              </a:pPr>
              <a:t>21.07.2026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7EFA82E-D45C-4223-B7CB-47D5D1E6D94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798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741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2CF34B9-DE22-44CD-8447-E43C5BBFB4C5}" type="slidenum">
              <a:rPr lang="ru-RU" smtClean="0">
                <a:cs typeface="Arial" charset="0"/>
              </a:rPr>
              <a:pPr/>
              <a:t>1</a:t>
            </a:fld>
            <a:endParaRPr lang="ru-RU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ru-RU" sz="1800" kern="1200" dirty="0" smtClean="0">
                <a:solidFill>
                  <a:srgbClr val="3D464A"/>
                </a:solidFill>
                <a:latin typeface="Europe" pitchFamily="50" charset="-52"/>
                <a:ea typeface="+mj-ea"/>
                <a:cs typeface="+mj-cs"/>
              </a:defRPr>
            </a:lvl1pPr>
          </a:lstStyle>
          <a:p>
            <a:r>
              <a:rPr lang="en-US" dirty="0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AC9832-D31C-4A79-ADE6-07221EE62996}" type="datetime1">
              <a:rPr lang="ru-RU" smtClean="0"/>
              <a:t>21.07.2026</a:t>
            </a:fld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146A7-256C-49F9-B4EF-C3D0672ED38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ru-RU" sz="1800" kern="1200" dirty="0" smtClean="0">
                <a:solidFill>
                  <a:srgbClr val="3D464A"/>
                </a:solidFill>
                <a:latin typeface="Europe" pitchFamily="50" charset="-52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4977" y="1304761"/>
            <a:ext cx="4380380" cy="4821562"/>
          </a:xfrm>
        </p:spPr>
        <p:txBody>
          <a:bodyPr rtlCol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defRPr lang="ru-RU" sz="12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0643" y="1304761"/>
            <a:ext cx="4380380" cy="4821562"/>
          </a:xfrm>
        </p:spPr>
        <p:txBody>
          <a:bodyPr rtlCol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4B561-2F19-455C-9DEC-72E8F6DCFF4D}" type="datetime1">
              <a:rPr lang="ru-RU" smtClean="0"/>
              <a:t>21.07.2026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367DC-A72E-404B-B996-9A4CEB3D18F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ru-RU" sz="1800" kern="1200" dirty="0" smtClean="0">
                <a:solidFill>
                  <a:srgbClr val="3D464A"/>
                </a:solidFill>
                <a:latin typeface="Europe" pitchFamily="50" charset="-52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4977" y="1171996"/>
            <a:ext cx="4377145" cy="464677"/>
          </a:xfrm>
          <a:solidFill>
            <a:srgbClr val="6B6B6B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4977" y="1835822"/>
            <a:ext cx="4377145" cy="4290502"/>
          </a:xfrm>
        </p:spPr>
        <p:txBody>
          <a:bodyPr rtlCol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defRPr lang="ru-RU" sz="12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261" y="1171997"/>
            <a:ext cx="4378762" cy="464676"/>
          </a:xfrm>
          <a:solidFill>
            <a:srgbClr val="6B6B6B"/>
          </a:solidFill>
        </p:spPr>
        <p:txBody>
          <a:bodyPr rtlCol="0" anchor="ctr" anchorCtr="1">
            <a:normAutofit/>
          </a:bodyPr>
          <a:lstStyle>
            <a:lvl1pPr marL="0" indent="0">
              <a:buNone/>
              <a:defRPr lang="ru-RU" sz="1400" b="0" kern="1200" smtClean="0">
                <a:solidFill>
                  <a:schemeClr val="bg1"/>
                </a:solidFill>
                <a:latin typeface="Europe" pitchFamily="50" charset="-52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261" y="1835822"/>
            <a:ext cx="4378762" cy="4290502"/>
          </a:xfrm>
        </p:spPr>
        <p:txBody>
          <a:bodyPr rtlCol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defRPr lang="ru-RU" sz="12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defRPr lang="ru-RU" sz="12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defRPr lang="ru-RU" sz="12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defRPr lang="ru-RU" sz="12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defRPr lang="ru-RU" sz="1200" kern="1200" dirty="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37733-DE6B-4B3B-AE3C-A9F7D32B794E}" type="datetime1">
              <a:rPr lang="ru-RU" smtClean="0"/>
              <a:t>21.07.2026</a:t>
            </a:fld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B7DB6-019F-480D-96E1-7F0656BD095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94976" y="176259"/>
            <a:ext cx="8388747" cy="597443"/>
          </a:xfrm>
        </p:spPr>
        <p:txBody>
          <a:bodyPr rtlCol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ru-RU" sz="1800" kern="1200" smtClean="0">
                <a:solidFill>
                  <a:srgbClr val="3D464A"/>
                </a:solidFill>
                <a:latin typeface="Europe" pitchFamily="50" charset="-52"/>
                <a:ea typeface="+mj-ea"/>
                <a:cs typeface="+mj-cs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F4505-2446-457D-B3EB-0E8F903AE7B3}" type="datetime1">
              <a:rPr lang="ru-RU" smtClean="0"/>
              <a:t>21.07.2026</a:t>
            </a:fld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EFF20-9F65-4795-92B7-B2A74530243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64A"/>
                </a:solidFill>
                <a:effectLst/>
                <a:uLnTx/>
                <a:uFillTx/>
                <a:latin typeface="Europe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rtlCol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defRPr lang="ru-RU" sz="1200" kern="1200" smtClean="0">
                <a:solidFill>
                  <a:srgbClr val="3D464A"/>
                </a:solidFill>
                <a:latin typeface="Europe" pitchFamily="50" charset="-52"/>
                <a:ea typeface="+mn-ea"/>
                <a:cs typeface="+mn-cs"/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13FE2-B9C0-4AA2-9FF0-01C67FF9B6D9}" type="datetime1">
              <a:rPr lang="ru-RU" smtClean="0"/>
              <a:t>21.07.2026</a:t>
            </a:fld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BEEE0-1B09-418F-BBE3-BDA42DF059B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4ABE1-9A72-47F8-AF92-4F7A2538A107}" type="datetime1">
              <a:rPr lang="ru-RU" smtClean="0"/>
              <a:t>21.07.2026</a:t>
            </a:fld>
            <a:endParaRPr lang="ru-RU"/>
          </a:p>
        </p:txBody>
      </p:sp>
      <p:sp>
        <p:nvSpPr>
          <p:cNvPr id="3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9241FC-620E-4B9F-AC82-898CE14FC3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8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95300" y="176213"/>
            <a:ext cx="8388350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r>
              <a:rPr lang="en-US" smtClean="0"/>
              <a:t/>
            </a:r>
            <a:br>
              <a:rPr lang="en-US" smtClean="0"/>
            </a:br>
            <a:r>
              <a:rPr lang="ru-RU" smtClean="0"/>
              <a:t>презентации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95300" y="1238250"/>
            <a:ext cx="8915400" cy="488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Europe" pitchFamily="50" charset="-52"/>
                <a:cs typeface="+mn-cs"/>
              </a:defRPr>
            </a:lvl1pPr>
          </a:lstStyle>
          <a:p>
            <a:pPr>
              <a:defRPr/>
            </a:pPr>
            <a:fld id="{8C8187FE-5566-4ACE-9958-69FCFF6A2100}" type="datetime1">
              <a:rPr lang="ru-RU" smtClean="0"/>
              <a:t>21.07.2026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Europe" pitchFamily="50" charset="-52"/>
                <a:cs typeface="+mn-cs"/>
              </a:defRPr>
            </a:lvl1pPr>
          </a:lstStyle>
          <a:p>
            <a:pPr>
              <a:defRPr/>
            </a:pPr>
            <a:fld id="{54B471EF-1928-48DE-A04F-FCDB823EC21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5" r:id="rId2"/>
    <p:sldLayoutId id="2147483674" r:id="rId3"/>
    <p:sldLayoutId id="2147483673" r:id="rId4"/>
    <p:sldLayoutId id="2147483672" r:id="rId5"/>
    <p:sldLayoutId id="2147483671" r:id="rId6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ern="1200">
          <a:solidFill>
            <a:srgbClr val="3D464A"/>
          </a:solidFill>
          <a:latin typeface="Europe" pitchFamily="50" charset="-5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5pPr>
      <a:lvl6pPr marL="457200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6pPr>
      <a:lvl7pPr marL="914400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7pPr>
      <a:lvl8pPr marL="1371600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8pPr>
      <a:lvl9pPr marL="1828800" algn="l" rtl="0" fontAlgn="base">
        <a:spcBef>
          <a:spcPct val="0"/>
        </a:spcBef>
        <a:spcAft>
          <a:spcPct val="0"/>
        </a:spcAft>
        <a:defRPr>
          <a:solidFill>
            <a:srgbClr val="3D464A"/>
          </a:solidFill>
          <a:latin typeface="Europe" pitchFamily="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9"/>
        </a:buBlip>
        <a:defRPr sz="1200" kern="1200">
          <a:solidFill>
            <a:srgbClr val="3D464A"/>
          </a:solidFill>
          <a:latin typeface="Europe" pitchFamily="50" charset="-52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ED208"/>
        </a:buClr>
        <a:buSzPct val="120000"/>
        <a:buFont typeface="Arial" charset="0"/>
        <a:buChar char="•"/>
        <a:defRPr sz="1200" kern="1200">
          <a:solidFill>
            <a:srgbClr val="3D464A"/>
          </a:solidFill>
          <a:latin typeface="Europe" pitchFamily="50" charset="-52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ED208"/>
        </a:buClr>
        <a:buSzPct val="96000"/>
        <a:buFont typeface="Wingdings" pitchFamily="2" charset="2"/>
        <a:buChar char="§"/>
        <a:defRPr sz="1200" kern="1200">
          <a:solidFill>
            <a:srgbClr val="3D464A"/>
          </a:solidFill>
          <a:latin typeface="Europe" pitchFamily="50" charset="-52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200" kern="1200">
          <a:solidFill>
            <a:srgbClr val="3D464A"/>
          </a:solidFill>
          <a:latin typeface="Europe" pitchFamily="50" charset="-52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200" kern="1200">
          <a:solidFill>
            <a:srgbClr val="3D464A"/>
          </a:solidFill>
          <a:latin typeface="Europe" pitchFamily="50" charset="-52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1"/>
          <p:cNvSpPr>
            <a:spLocks noGrp="1" noChangeArrowheads="1"/>
          </p:cNvSpPr>
          <p:nvPr>
            <p:ph type="title"/>
          </p:nvPr>
        </p:nvSpPr>
        <p:spPr>
          <a:xfrm>
            <a:off x="992560" y="241300"/>
            <a:ext cx="8388350" cy="596900"/>
          </a:xfrm>
        </p:spPr>
        <p:txBody>
          <a:bodyPr/>
          <a:lstStyle/>
          <a:p>
            <a:r>
              <a:rPr>
                <a:latin typeface="Europe" pitchFamily="2" charset="0"/>
              </a:rPr>
              <a:t>Цветовое решение</a:t>
            </a:r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 rot="10800000" flipV="1">
            <a:off x="547688" y="1489075"/>
            <a:ext cx="660400" cy="534988"/>
          </a:xfrm>
          <a:prstGeom prst="rect">
            <a:avLst/>
          </a:prstGeom>
          <a:solidFill>
            <a:srgbClr val="F6D106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 rot="10800000" flipV="1">
            <a:off x="547688" y="3295650"/>
            <a:ext cx="660400" cy="534988"/>
          </a:xfrm>
          <a:prstGeom prst="rect">
            <a:avLst/>
          </a:prstGeom>
          <a:solidFill>
            <a:srgbClr val="3D464A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 rot="10800000" flipV="1">
            <a:off x="1574800" y="3295650"/>
            <a:ext cx="660400" cy="534988"/>
          </a:xfrm>
          <a:prstGeom prst="rect">
            <a:avLst/>
          </a:prstGeom>
          <a:solidFill>
            <a:srgbClr val="6B6B6B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 rot="10800000" flipV="1">
            <a:off x="5753100" y="3294063"/>
            <a:ext cx="660400" cy="534987"/>
          </a:xfrm>
          <a:prstGeom prst="rect">
            <a:avLst/>
          </a:prstGeom>
          <a:solidFill>
            <a:srgbClr val="475B79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 rot="10800000" flipV="1">
            <a:off x="6783388" y="3295650"/>
            <a:ext cx="660400" cy="534988"/>
          </a:xfrm>
          <a:prstGeom prst="rect">
            <a:avLst/>
          </a:prstGeom>
          <a:solidFill>
            <a:srgbClr val="6985AF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 rot="10800000" flipV="1">
            <a:off x="7810500" y="3295650"/>
            <a:ext cx="660400" cy="534988"/>
          </a:xfrm>
          <a:prstGeom prst="rect">
            <a:avLst/>
          </a:prstGeom>
          <a:solidFill>
            <a:srgbClr val="95A0B2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394" name="Rectangle 12"/>
          <p:cNvSpPr>
            <a:spLocks noChangeArrowheads="1"/>
          </p:cNvSpPr>
          <p:nvPr/>
        </p:nvSpPr>
        <p:spPr bwMode="auto">
          <a:xfrm rot="10800000" flipV="1">
            <a:off x="2601913" y="3295650"/>
            <a:ext cx="660400" cy="534988"/>
          </a:xfrm>
          <a:prstGeom prst="rect">
            <a:avLst/>
          </a:prstGeom>
          <a:solidFill>
            <a:srgbClr val="B2B2B2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 rot="10800000" flipV="1">
            <a:off x="3630613" y="3295650"/>
            <a:ext cx="658812" cy="534988"/>
          </a:xfrm>
          <a:prstGeom prst="rect">
            <a:avLst/>
          </a:prstGeom>
          <a:solidFill>
            <a:srgbClr val="BABABA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 rot="10800000" flipV="1">
            <a:off x="1574800" y="1489075"/>
            <a:ext cx="660400" cy="534988"/>
          </a:xfrm>
          <a:prstGeom prst="rect">
            <a:avLst/>
          </a:prstGeom>
          <a:solidFill>
            <a:srgbClr val="EF6B01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397" name="Rectangle 15"/>
          <p:cNvSpPr>
            <a:spLocks noChangeArrowheads="1"/>
          </p:cNvSpPr>
          <p:nvPr/>
        </p:nvSpPr>
        <p:spPr bwMode="auto">
          <a:xfrm rot="10800000" flipV="1">
            <a:off x="2601913" y="1489075"/>
            <a:ext cx="660400" cy="534988"/>
          </a:xfrm>
          <a:prstGeom prst="rect">
            <a:avLst/>
          </a:prstGeom>
          <a:solidFill>
            <a:srgbClr val="FA9D10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398" name="Rectangle 16"/>
          <p:cNvSpPr>
            <a:spLocks noChangeArrowheads="1"/>
          </p:cNvSpPr>
          <p:nvPr/>
        </p:nvSpPr>
        <p:spPr bwMode="auto">
          <a:xfrm>
            <a:off x="547688" y="2090738"/>
            <a:ext cx="66040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 dirty="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 dirty="0" smtClean="0">
                <a:latin typeface="Europe" pitchFamily="2" charset="0"/>
              </a:rPr>
              <a:t>2</a:t>
            </a:r>
            <a:r>
              <a:rPr lang="ru-RU" sz="1200" dirty="0" smtClean="0">
                <a:latin typeface="Europe" pitchFamily="2" charset="0"/>
              </a:rPr>
              <a:t>46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 dirty="0" smtClean="0">
                <a:latin typeface="Europe" pitchFamily="2" charset="0"/>
              </a:rPr>
              <a:t>2</a:t>
            </a:r>
            <a:r>
              <a:rPr lang="ru-RU" sz="1200" dirty="0" smtClean="0">
                <a:latin typeface="Europe" pitchFamily="2" charset="0"/>
              </a:rPr>
              <a:t>09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6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endParaRPr lang="ru-RU" sz="1200" dirty="0">
              <a:latin typeface="Europe" pitchFamily="2" charset="0"/>
            </a:endParaRPr>
          </a:p>
        </p:txBody>
      </p:sp>
      <p:sp>
        <p:nvSpPr>
          <p:cNvPr id="16399" name="Rectangle 17"/>
          <p:cNvSpPr>
            <a:spLocks noChangeArrowheads="1"/>
          </p:cNvSpPr>
          <p:nvPr/>
        </p:nvSpPr>
        <p:spPr bwMode="auto">
          <a:xfrm>
            <a:off x="1503363" y="2090738"/>
            <a:ext cx="731837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 dirty="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 dirty="0" smtClean="0">
                <a:latin typeface="Europe" pitchFamily="2" charset="0"/>
              </a:rPr>
              <a:t>2</a:t>
            </a:r>
            <a:r>
              <a:rPr lang="ru-RU" sz="1200" dirty="0" smtClean="0">
                <a:latin typeface="Europe" pitchFamily="2" charset="0"/>
              </a:rPr>
              <a:t>39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107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1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endParaRPr lang="ru-RU" sz="1200" dirty="0">
              <a:latin typeface="Europe" pitchFamily="2" charset="0"/>
            </a:endParaRPr>
          </a:p>
        </p:txBody>
      </p:sp>
      <p:sp>
        <p:nvSpPr>
          <p:cNvPr id="16400" name="Rectangle 18"/>
          <p:cNvSpPr>
            <a:spLocks noChangeArrowheads="1"/>
          </p:cNvSpPr>
          <p:nvPr/>
        </p:nvSpPr>
        <p:spPr bwMode="auto">
          <a:xfrm>
            <a:off x="2530475" y="2090738"/>
            <a:ext cx="731838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 dirty="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 dirty="0" smtClean="0">
                <a:latin typeface="Europe" pitchFamily="2" charset="0"/>
              </a:rPr>
              <a:t>2</a:t>
            </a:r>
            <a:r>
              <a:rPr lang="ru-RU" sz="1200" dirty="0" smtClean="0">
                <a:latin typeface="Europe" pitchFamily="2" charset="0"/>
              </a:rPr>
              <a:t>50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157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16</a:t>
            </a:r>
            <a:endParaRPr lang="ru-RU" sz="1200" dirty="0">
              <a:latin typeface="Europe" pitchFamily="2" charset="0"/>
            </a:endParaRPr>
          </a:p>
        </p:txBody>
      </p:sp>
      <p:sp>
        <p:nvSpPr>
          <p:cNvPr id="16401" name="Rectangle 19"/>
          <p:cNvSpPr>
            <a:spLocks noChangeArrowheads="1"/>
          </p:cNvSpPr>
          <p:nvPr/>
        </p:nvSpPr>
        <p:spPr bwMode="auto">
          <a:xfrm>
            <a:off x="547688" y="3965575"/>
            <a:ext cx="66040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61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70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74</a:t>
            </a:r>
            <a:endParaRPr lang="ru-RU" sz="1200">
              <a:latin typeface="Europe" pitchFamily="2" charset="0"/>
            </a:endParaRPr>
          </a:p>
        </p:txBody>
      </p:sp>
      <p:sp>
        <p:nvSpPr>
          <p:cNvPr id="16402" name="Rectangle 20"/>
          <p:cNvSpPr>
            <a:spLocks noChangeArrowheads="1"/>
          </p:cNvSpPr>
          <p:nvPr/>
        </p:nvSpPr>
        <p:spPr bwMode="auto">
          <a:xfrm>
            <a:off x="1503363" y="3965575"/>
            <a:ext cx="731837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107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107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107</a:t>
            </a:r>
          </a:p>
          <a:p>
            <a:pPr algn="ctr" defTabSz="977900">
              <a:spcBef>
                <a:spcPct val="20000"/>
              </a:spcBef>
              <a:buSzPct val="85000"/>
            </a:pPr>
            <a:endParaRPr lang="ru-RU" sz="1200">
              <a:latin typeface="Europe" pitchFamily="2" charset="0"/>
            </a:endParaRPr>
          </a:p>
        </p:txBody>
      </p:sp>
      <p:sp>
        <p:nvSpPr>
          <p:cNvPr id="16403" name="Rectangle 21"/>
          <p:cNvSpPr>
            <a:spLocks noChangeArrowheads="1"/>
          </p:cNvSpPr>
          <p:nvPr/>
        </p:nvSpPr>
        <p:spPr bwMode="auto">
          <a:xfrm>
            <a:off x="2530475" y="3965575"/>
            <a:ext cx="731838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178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178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178</a:t>
            </a:r>
            <a:endParaRPr lang="ru-RU" sz="1200">
              <a:latin typeface="Europe" pitchFamily="2" charset="0"/>
            </a:endParaRPr>
          </a:p>
        </p:txBody>
      </p:sp>
      <p:sp>
        <p:nvSpPr>
          <p:cNvPr id="16404" name="Rectangle 22"/>
          <p:cNvSpPr>
            <a:spLocks noChangeArrowheads="1"/>
          </p:cNvSpPr>
          <p:nvPr/>
        </p:nvSpPr>
        <p:spPr bwMode="auto">
          <a:xfrm>
            <a:off x="3557588" y="3965575"/>
            <a:ext cx="731837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186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186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186</a:t>
            </a:r>
            <a:endParaRPr lang="ru-RU" sz="1200">
              <a:latin typeface="Europe" pitchFamily="2" charset="0"/>
            </a:endParaRPr>
          </a:p>
        </p:txBody>
      </p:sp>
      <p:sp>
        <p:nvSpPr>
          <p:cNvPr id="16405" name="Rectangle 23"/>
          <p:cNvSpPr>
            <a:spLocks noChangeArrowheads="1"/>
          </p:cNvSpPr>
          <p:nvPr/>
        </p:nvSpPr>
        <p:spPr bwMode="auto">
          <a:xfrm>
            <a:off x="5683250" y="3965575"/>
            <a:ext cx="731838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71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91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121</a:t>
            </a:r>
            <a:endParaRPr lang="ru-RU" sz="1200">
              <a:latin typeface="Europe" pitchFamily="2" charset="0"/>
            </a:endParaRPr>
          </a:p>
        </p:txBody>
      </p:sp>
      <p:sp>
        <p:nvSpPr>
          <p:cNvPr id="16406" name="Rectangle 24"/>
          <p:cNvSpPr>
            <a:spLocks noChangeArrowheads="1"/>
          </p:cNvSpPr>
          <p:nvPr/>
        </p:nvSpPr>
        <p:spPr bwMode="auto">
          <a:xfrm>
            <a:off x="6710363" y="3965575"/>
            <a:ext cx="731837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105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133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175</a:t>
            </a:r>
            <a:endParaRPr lang="ru-RU" sz="1200">
              <a:latin typeface="Europe" pitchFamily="2" charset="0"/>
            </a:endParaRPr>
          </a:p>
        </p:txBody>
      </p:sp>
      <p:sp>
        <p:nvSpPr>
          <p:cNvPr id="16407" name="Rectangle 25"/>
          <p:cNvSpPr>
            <a:spLocks noChangeArrowheads="1"/>
          </p:cNvSpPr>
          <p:nvPr/>
        </p:nvSpPr>
        <p:spPr bwMode="auto">
          <a:xfrm>
            <a:off x="7737475" y="3965575"/>
            <a:ext cx="731838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149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160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178</a:t>
            </a:r>
            <a:endParaRPr lang="ru-RU" sz="1200">
              <a:latin typeface="Europe" pitchFamily="2" charset="0"/>
            </a:endParaRPr>
          </a:p>
        </p:txBody>
      </p:sp>
      <p:sp>
        <p:nvSpPr>
          <p:cNvPr id="16408" name="Rectangle 13"/>
          <p:cNvSpPr>
            <a:spLocks noChangeArrowheads="1"/>
          </p:cNvSpPr>
          <p:nvPr/>
        </p:nvSpPr>
        <p:spPr bwMode="auto">
          <a:xfrm rot="10800000" flipV="1">
            <a:off x="4662488" y="3295650"/>
            <a:ext cx="658812" cy="534988"/>
          </a:xfrm>
          <a:prstGeom prst="rect">
            <a:avLst/>
          </a:prstGeom>
          <a:solidFill>
            <a:srgbClr val="E2E2E2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16409" name="Rectangle 22"/>
          <p:cNvSpPr>
            <a:spLocks noChangeArrowheads="1"/>
          </p:cNvSpPr>
          <p:nvPr/>
        </p:nvSpPr>
        <p:spPr bwMode="auto">
          <a:xfrm>
            <a:off x="4589463" y="3965575"/>
            <a:ext cx="731837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>
                <a:latin typeface="Europe" pitchFamily="2" charset="0"/>
              </a:rPr>
              <a:t>226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>
                <a:latin typeface="Europe" pitchFamily="2" charset="0"/>
              </a:rPr>
              <a:t>226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>
                <a:latin typeface="Europe" pitchFamily="2" charset="0"/>
              </a:rPr>
              <a:t>226</a:t>
            </a: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 rot="10800000" flipV="1">
            <a:off x="3626056" y="1489075"/>
            <a:ext cx="660400" cy="534988"/>
          </a:xfrm>
          <a:prstGeom prst="rect">
            <a:avLst/>
          </a:prstGeom>
          <a:solidFill>
            <a:srgbClr val="F9BD27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 rot="10800000" flipV="1">
            <a:off x="4661620" y="1489075"/>
            <a:ext cx="660400" cy="534988"/>
          </a:xfrm>
          <a:prstGeom prst="rect">
            <a:avLst/>
          </a:prstGeom>
          <a:solidFill>
            <a:srgbClr val="C20937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3554619" y="2090738"/>
            <a:ext cx="731837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 dirty="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249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189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39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endParaRPr lang="ru-RU" sz="1200" dirty="0">
              <a:latin typeface="Europe" pitchFamily="2" charset="0"/>
            </a:endParaRPr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4590182" y="2090738"/>
            <a:ext cx="731838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473" tIns="38473" rIns="38473" bIns="38473"/>
          <a:lstStyle/>
          <a:p>
            <a:pPr algn="ctr" defTabSz="977900">
              <a:spcBef>
                <a:spcPct val="20000"/>
              </a:spcBef>
              <a:buSzPct val="85000"/>
            </a:pPr>
            <a:r>
              <a:rPr lang="en-US" sz="1200" dirty="0">
                <a:latin typeface="Europe" pitchFamily="2" charset="0"/>
              </a:rPr>
              <a:t>RGB</a:t>
            </a: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194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9</a:t>
            </a:r>
            <a:endParaRPr lang="en-US" sz="1200" dirty="0">
              <a:latin typeface="Europe" pitchFamily="2" charset="0"/>
            </a:endParaRPr>
          </a:p>
          <a:p>
            <a:pPr algn="ctr" defTabSz="977900">
              <a:spcBef>
                <a:spcPct val="20000"/>
              </a:spcBef>
              <a:buSzPct val="85000"/>
            </a:pPr>
            <a:r>
              <a:rPr lang="ru-RU" sz="1200" dirty="0" smtClean="0">
                <a:latin typeface="Europe" pitchFamily="2" charset="0"/>
              </a:rPr>
              <a:t>55</a:t>
            </a:r>
            <a:endParaRPr lang="ru-RU" sz="1200" dirty="0">
              <a:latin typeface="Europe" pitchFamily="2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1EFF20-9F65-4795-92B7-B2A745302438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7" t="18342" r="43492" b="9982"/>
          <a:stretch/>
        </p:blipFill>
        <p:spPr bwMode="auto">
          <a:xfrm>
            <a:off x="117550" y="118158"/>
            <a:ext cx="586978" cy="57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внутренний слайд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Shablon_europe</Template>
  <TotalTime>1383</TotalTime>
  <Words>60</Words>
  <Application>Microsoft Office PowerPoint</Application>
  <PresentationFormat>Лист A4 (210x297 мм)</PresentationFormat>
  <Paragraphs>55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Europe</vt:lpstr>
      <vt:lpstr>Wingdings</vt:lpstr>
      <vt:lpstr>внутренний слайд</vt:lpstr>
      <vt:lpstr>Цветовое решение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 шрифт Europe 20 pt</dc:title>
  <dc:creator>vircat</dc:creator>
  <cp:lastModifiedBy>Сидельников Константин Анатольевич</cp:lastModifiedBy>
  <cp:revision>131</cp:revision>
  <dcterms:created xsi:type="dcterms:W3CDTF">2012-04-25T13:09:23Z</dcterms:created>
  <dcterms:modified xsi:type="dcterms:W3CDTF">2026-07-21T12:33:40Z</dcterms:modified>
</cp:coreProperties>
</file>